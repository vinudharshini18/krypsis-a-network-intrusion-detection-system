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COMPUTER NETWORKS — COURSE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72420"/>
                </a:solidFill>
                <a:latin typeface="Arial Black"/>
              </a:rPr>
              <a:t>KRYPSIS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Federated Learning–based Network Intrusion Detection with a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Custom Communication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Rithika K · CB.SC.U4AIE25126      Pradhanya S · CB.SC.U4AIE25148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Sathya K · CB.SC.U4AIE25154      Vinudharshini PP · 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01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Why this project, and what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WHY WE CHOSE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Cyberattacks are growing faster than networks can be secured, and most detection systems assume traffic can be pooled onto one central server.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That pooling is often unsafe or illegal — traffic reveals internal structure, and privacy regulations restrict sharing it across organizations.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We wanted a project connecting course networking concepts — protocols, layers, distributed communication — to a live research problem in AI and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THE PROJECT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A Network Intrusion Detection System (NIDS) — watches network connections and classifies each as normal or attack.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using Federated Learning: multiple simulated clients train one shared detector without ever sending raw traffic anywhere.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Extended with a custom communication protocol (in progress) for exchanging model updates — instead of plain HTTP/gRPC.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02 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Where this matters, and what we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REAL-WORLD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Hospitals, banks, universities jointly training a shared intrusion detector without exposing internal network layouts to each other.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IoT / edge networks — routers and smart devices each contributing local learning (the “fog computing” pattern from Unit 3).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Cross-border threat intelligence sharing between organizations bound by different data-protection laws.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WE ACTUALLY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Simulated 5 independent clients, each holding its own slice of network traffic data.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one shared detection model across all 5 using Federated Averaging (FedAvg).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Tested both similar-traffic clients (IID) and very different-traffic clients (non-IID) — mimicking real organizational diversity.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03  TOOLS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The toolchain behind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A machine-learning implementation project, not a network-topology simulation — so the tools are a data-science stack, not Mininet/Packet Tracer. A deliberate distinction, not a gap.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Core implementation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TensorFlow / Keras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Building &amp; training the neural 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scikit-learn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Preprocessing, metrics,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pandas / NumPy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Data handling &amp; arrays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NSL-KDD dataset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Benchmark network-traffic records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Git &amp; GitHub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Version control, full project history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2920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7A2B"/>
                </a:solidFill>
                <a:latin typeface="Calibr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02920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7A2B"/>
                </a:solidFill>
                <a:latin typeface="Calibri"/>
              </a:rPr>
              <a:t>FORWARD LINK TO UNIT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9496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A natural next step is running the custom protocol over an actual simulated network topology in Mininet, using OpenFlow to control switch behavior — directly extending this project into the SDN material from Unit 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04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How it was built, step by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Preprocess NSL-KDD: encode protocol/service/flag, scale numeric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Split data across 5 simulated clients (IID and non-IID)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Define the model: MLP, 256→128→64→1 neurons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Run FedAvg: local training → weighted averaging → repeat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THE FEDAVG LOOP, IN WORDS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108813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sends the current shared model to all 5 clients.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Each client trains it further on its own data only — nothing else moves.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Clients send back only the updated numbers (weights), never raw traffic.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combines everyone's weights into one improved model, weighted by how much data each client had.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Repeat for 15 rounds, checking accuracy after every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05  STATUS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What's done, and the real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83.7%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Centralized baseline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80.4%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Federated accuracy, IID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79.0%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Federated accuracy, non-IID clients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99.0%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In-distribution diagnostic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1088136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1-2 — Environment &amp; dataset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611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690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3 — 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0690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262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4 — Client simulation (IID + non-IID)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5262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834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5 — Model design &amp; tuning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9834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406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6 — Federated training loop (FedAvg)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54406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97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7 — Custom security-fused protocol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897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C97A2B"/>
                </a:solidFill>
                <a:latin typeface="Calibri"/>
              </a:rPr>
              <a:t>In progress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06 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How this connects to our syllabus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Every unit of this course shows up somewhere in this project — intrusion detection is fundamentally a networking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1 — NETWORK EDGE, OSI LAYERS, PACKET SWITCHING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Every NSL-KDD record is packet/flow-level data: protocol_type (Network layer), flag (Transport layer), service (Application layer). Our federated clients act as network edge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8620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2 — APPLICATION LAYER, TRANSPORT LAYER, SOCKETS,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Our custom protocol design is application-layer protocol design (vs. HTTP/gRPC). Client-server exchange mirrors socket-based communication. dst_host_count ties to routing/host addressing.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34924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3 — IOT, FOG/CLOUD COMPUTING, SDN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Federated Learning's architecture IS fog computing: local processing at the edge, summarized results to a central aggregator. Our custom protocol mirrors SDN/OpenFlow — customizing behavior beyond fixed defaults.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07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What's left, and exactly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The first half (Objective 1) is fully complete and proven. The remaining work is scoped precisely, not vaguely.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1460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Integrity + fingerprint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83464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Attach a lightweight integrity tag and a compact statistical fingerprint (per-layer L2 norm + cosine similarity to consensus) to every client 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9319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One poisoning attack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5196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Simulate label-flipping attacks from malicious clients to have something real to test detection against.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4924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4924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Global vs. Mondrian threshold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66928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The core experiment: does one global anomaly threshold wrongly flag honest non-IID clients, and does a per-cluster threshold fix that without losing real detection?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