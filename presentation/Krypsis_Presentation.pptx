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7A2B"/>
                </a:solidFill>
                <a:latin typeface="Calibri"/>
              </a:rPr>
              <a:t>COMPUTER NETWORKS — COURSE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72420"/>
                </a:solidFill>
                <a:latin typeface="Arial Black"/>
              </a:rPr>
              <a:t>KRYPSIS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Federated Learning–based Network Intrusion Detection with a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Custom Communication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Rithika K · CB.SC.U4AIE25126      Pradhaniya S · CB.SC.U4AIE25148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Sathya K · CB.SC.U4AIE25154      Vinudharshini PP · CB.SC.U4AIE25161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01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172420"/>
                </a:solidFill>
                <a:latin typeface="Arial Black"/>
              </a:rPr>
              <a:t>Why this project, and what it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WHY WE CHOSE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Cyberattacks are growing faster than networks can be secured, and most detection systems assume traffic can be pooled onto one central server.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That pooling is often unsafe or illegal — traffic reveals internal structure, and privacy regulations restrict sharing it across organizations.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We wanted a project connecting course networking concepts — protocols, layers, distributed communication — to a live research problem in AI and security.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WHAT THE PROJECT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A Network Intrusion Detection System (NIDS) — watches network connections and classifies each as normal or attack.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Trained using Federated Learning: 10 routers train one shared detector without ever sending raw traffic anywhere.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Model updates travel over our own security-fused protocol — integrity tag + fingerprint — instead of plain HTTP/gRPC.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02 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Where this matters, and what we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REAL-WORLD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Hospitals, banks, universities jointly training a shared intrusion detector without exposing internal network layouts to each other.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IoT / edge networks — routers and smart devices each contributing local learning (the “fog computing” pattern from Unit 3).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Cross-border threat intelligence sharing between organizations bound by different data-protection laws.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WHAT WE ACTUALLY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Used FLNET2023: traffic captured at 10 real (emulated) routers — each router is one federated client with its own mix of attacks.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Trained one shared detection model across all 10 using Federated Averaging (FedAvg).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Built and attacked our custom protocol: poisoned updates, tampered messages, backdoors — and repeated it on NSL-KDD.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03  TOOLS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172420"/>
                </a:solidFill>
                <a:latin typeface="Arial Black"/>
              </a:rPr>
              <a:t>The toolchain behind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A machine-learning implementation project, not a network-topology simulation — so the tools are a data-science stack, not Mininet/Packet Tracer. A deliberate distinction, not a gap.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Core implementation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TensorFlow / Keras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Building &amp; training the neural network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scikit-learn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Preprocessing, metrics, evaluation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pandas / NumPy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Data handling &amp; arrays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FLNET2023 + NSL-KDD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Router flow captures + classic benchmark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Git &amp; GitHub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Version control, full project history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04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How it was built, step by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Preprocess FLNET2023: 66 flow features, drop IP/port/time identifiers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One client per router — real non-IID data (19%–92% attack per router)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Define the model: MLP, 256→128→64→1 neurons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Run FedAvg over the Krypsis protocol: train → verify → filter →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THE FEDAVG LOOP, IN WORDS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40480"/>
            <a:ext cx="1088136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Server sends the current shared model to all 10 router clients.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Each client trains it further on its own data only — nothing else moves.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Clients send back only the updated weights, never raw traffic — wrapped in a Krypsis message (tag + fingerprint).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Server verifies each message, filters suspicious ones, then combines the rest weighted by data size (capped per client).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Repeat for 15 rounds, checking accuracy after every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05  STATUS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What's done, and the real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E7D4F"/>
                </a:solidFill>
                <a:latin typeface="Arial Black"/>
              </a:rPr>
              <a:t>100.0%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Centralized accuracy (FLNET2023)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6B62"/>
                </a:solidFill>
                <a:latin typeface="Arial Black"/>
              </a:rPr>
              <a:t>99.93%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FedAvg, 10 real router clients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6B62"/>
                </a:solidFill>
                <a:latin typeface="Arial Black"/>
              </a:rPr>
              <a:t>99.999%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FedAvg, IID control split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E7D4F"/>
                </a:solidFill>
                <a:latin typeface="Arial Black"/>
              </a:rPr>
              <a:t>105/105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Tampered messages rejected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83280"/>
            <a:ext cx="10881360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Dataset switch: NSL-KDD → FLNET2023 (real router clients)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6118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690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Preprocessing, router split, MLP, FedAvg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0690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5262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Custom protocol: HMAC tag + fingerprint + anomaly filter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5262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834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Global vs. Mondrian thresholds (research question)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9834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Answered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4406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Weight cap + second check, backdoor attack, NSL-KDD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54406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8978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Multi-class detection (11 traffic types)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58978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06  THE KRYPSIS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What one update message looks like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914400" cy="1051560"/>
          </a:xfrm>
          <a:prstGeom prst="roundRect">
            <a:avLst>
              <a:gd name="adj" fmla="val 5000"/>
            </a:avLst>
          </a:prstGeom>
          <a:solidFill>
            <a:srgbClr val="E7EBE4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103120"/>
            <a:ext cx="69494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LENGTH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50592"/>
            <a:ext cx="69494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72420"/>
                </a:solidFill>
                <a:latin typeface="Calibri"/>
              </a:rPr>
              <a:t>4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2011680"/>
            <a:ext cx="3291840" cy="1051560"/>
          </a:xfrm>
          <a:prstGeom prst="roundRect">
            <a:avLst>
              <a:gd name="adj" fmla="val 5000"/>
            </a:avLst>
          </a:prstGeom>
          <a:solidFill>
            <a:srgbClr val="D7EBE7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4208" y="2103120"/>
            <a:ext cx="307238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HEADER + FINGERPRINT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2450592"/>
            <a:ext cx="307238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72420"/>
                </a:solidFill>
                <a:latin typeface="Calibri"/>
              </a:rPr>
              <a:t>client, round, L2 norms, 64-number sketch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011680"/>
            <a:ext cx="49377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6048" y="2103120"/>
            <a:ext cx="471830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PAYLOAD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450592"/>
            <a:ext cx="471830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72420"/>
                </a:solidFill>
                <a:latin typeface="Calibri"/>
              </a:rPr>
              <a:t>model update, 233,476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84080" y="2011680"/>
            <a:ext cx="1737360" cy="1051560"/>
          </a:xfrm>
          <a:prstGeom prst="roundRect">
            <a:avLst>
              <a:gd name="adj" fmla="val 5000"/>
            </a:avLst>
          </a:prstGeom>
          <a:solidFill>
            <a:srgbClr val="F5E2C8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93808" y="2103120"/>
            <a:ext cx="151790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TAG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3808" y="2450592"/>
            <a:ext cx="151790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72420"/>
                </a:solidFill>
                <a:latin typeface="Calibri"/>
              </a:rPr>
              <a:t>HMAC-SHA256, 32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5468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Protocol overhead: +1,559 B (0.67%) per update — the same update as plain HTTP/JSON is 5.6x larger.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WHAT THE SERVER DOES, BEFORE AVERAGING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069080"/>
            <a:ext cx="1088136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0624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72420"/>
                </a:solidFill>
                <a:latin typeface="Calibri"/>
              </a:rPr>
              <a:t>▪  1. Check the HMAC tag — any change in transit → reject.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72420"/>
                </a:solidFill>
                <a:latin typeface="Calibri"/>
              </a:rPr>
              <a:t>▪  2. Recompute the fingerprint from the payload — a client cannot lie about it.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72420"/>
                </a:solidFill>
                <a:latin typeface="Calibri"/>
              </a:rPr>
              <a:t>▪  3. Score the update vs. the other clients this round: size, direction vs. consensus, change vs. its own last update.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72420"/>
                </a:solidFill>
                <a:latin typeface="Calibri"/>
              </a:rPr>
              <a:t>▪  4. Over the calibrated threshold → flagged → second check against a trimmed-mean reference (rescue or drop).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72420"/>
                </a:solidFill>
                <a:latin typeface="Calibri"/>
              </a:rPr>
              <a:t>▪  5. Average the accepted updates, with no client weighted above 15%.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07  PROTOCOL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Does it stop the attacks?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2 of 10 clients attack after 5 clean rounds. Mean over random seeds; v1 = protocol drops flagged updates, v2 = + weight cap + second check.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1088136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Dataset / attack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5146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51460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No defense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51460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Protocol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251460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Protocol 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01752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FLNET2023 · label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301752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Accuracy 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0175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92.4%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0175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99.4%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30175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96.7%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52044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NSL-KDD · label flip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35204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Accuracy 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352044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68.8%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352044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78.6%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352044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79.2%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02336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FLNET2023 · backdoor (failed)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402336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Backdoor success 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40233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9560" y="40233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0.0%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40233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0.0%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NSL-KDD · backdoor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4526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Backdoor success 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452628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34.1%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452628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10.8%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452628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8.7%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Research question — global vs. Mondrian thresholds (15 seeds): Mondrian caught 57.6% vs 53.3% of poisoned updates and wrongly flagged 4.6% vs 2.7% of honest ones — neither difference is statistically significant.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08 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How this connects to our syllabus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Every unit of this course shows up somewhere in this project — intrusion detection is fundamentally a networking problem.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2316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1 — NETWORK EDGE, OSI LAYERS, PACKET SWITCHING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Every FLNET2023 record is a network flow captured at a router: ports, packet counts and sizes, TCP flags, inter-arrival times. Our federated clients ARE routers — network edge nodes.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8620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2 — APPLICATION LAYER, TRANSPORT LAYER, SOCKETS,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Our custom protocol design is application-layer protocol design (vs. HTTP/gRPC). Client-server exchange mirrors socket-based communication. dst_host_count ties to routing/host addressing.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34924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8640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3 — IOT, FOG/CLOUD COMPUTING, SDN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Federated Learning's architecture IS fog computing: local processing at the edge, summarized results to a central aggregator. Our custom protocol mirrors SDN/OpenFlow — customizing behavior beyond fixed defaults.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09 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2420"/>
                </a:solidFill>
                <a:latin typeface="Arial Black"/>
              </a:rPr>
              <a:t>What we learned — including what didn't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0312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Binary detection on FLNET2023 is too easy — naming the attack is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23160"/>
            <a:ext cx="9692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One feature alone scores 97.5% on attack vs normal. Asked for the exact attack type, federated training on real routers reaches macro-F1 0.39 vs 0.76 with IID data: attacks seen at only one router are never learned.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88136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24612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The first protocol design flagged honest clients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566160"/>
            <a:ext cx="9692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Once training converges, every update looks noisy: 65–96% of honest updates were flagged. Fixed by scoring each update relative to the other clients in the same round.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51960"/>
            <a:ext cx="1088136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38912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Mondrian thresholds did not significantly beat a global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709160"/>
            <a:ext cx="9692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Our research question, answered honestly: with 10 clients and 5 calibration rounds, each cluster has too little data for reliable thresholds.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94960"/>
            <a:ext cx="1088136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5321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53212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A fixed weight cap is not a free fix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852160"/>
            <a:ext cx="9692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Capping a large router stops it dominating when it attacks — but when it is honest, its lost weight partly goes to the attackers (one FLNET2023 seed: 97.3% → 83.8%).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