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B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C97A2B"/>
                </a:solidFill>
                <a:latin typeface="Calibri"/>
              </a:rPr>
              <a:t>COMPUTER NETWORKS — COURSE PROJECT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828800"/>
            <a:ext cx="100584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600" b="1" i="0">
                <a:solidFill>
                  <a:srgbClr val="172420"/>
                </a:solidFill>
                <a:latin typeface="Arial Black"/>
              </a:rPr>
              <a:t>KRYPSIS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2044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Federated Learning–based Network Intrusion Detection with a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56655D"/>
                </a:solidFill>
                <a:latin typeface="Calibri"/>
              </a:rPr>
              <a:t>Custom Communication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Rithika K · CB.SC.U4AIE25126      Pradhaniya S · CB.SC.U4AIE25148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Sathya K · CB.SC.U4AIE25154      Vinudharshini PP · CB.SC.U4AIE25161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01  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Why this project, and 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WHY WE CHOSE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Cyberattacks are growing faster than networks can be secured, and most detection systems assume traffic can be pooled onto one central server.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That pooling is often unsafe or illegal — traffic reveals internal structure, and privacy regulations restrict sharing it across organizations.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We wanted a project connecting course networking concepts — protocols, layers, distributed communication — to a live research problem in AI and security.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THE PROJECT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A Network Intrusion Detection System (NIDS) — watches network connections and classifies each as normal or attack.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using Federated Learning: multiple simulated clients train one shared detector without ever sending raw traffic anywhere.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Extended with a custom communication protocol (in progress) for exchanging model updates — instead of plain HTTP/gRPC.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02 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Where this matters, and what we did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REAL-WORLD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Hospitals, banks, universities jointly training a shared intrusion detector without exposing internal network layouts to each other.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IoT / edge networks — routers and smart devices each contributing local learning (the “fog computing” pattern from Unit 3).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Cross-border threat intelligence sharing between organizations bound by different data-protection laws.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WHAT WE ACTUALLY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377440"/>
            <a:ext cx="5394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Simulated 5 independent clients, each holding its own slice of network traffic data.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Trained one shared detection model across all 5 using Federated Averaging (FedAvg).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>
                <a:solidFill>
                  <a:srgbClr val="172420"/>
                </a:solidFill>
                <a:latin typeface="Calibri"/>
              </a:rPr>
              <a:t>▪  Tested both similar-traffic clients (IID) and very different-traffic clients (non-IID) — mimicking real organizational diversity.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03  TOOLS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 i="0">
                <a:solidFill>
                  <a:srgbClr val="172420"/>
                </a:solidFill>
                <a:latin typeface="Arial Black"/>
              </a:rPr>
              <a:t>The toolchain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A machine-learning implementation project, not a network-topology simulation — so the tools are a data-science stack, not Mininet/Packet Tracer. A deliberate distinction, not a gap.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Core implementation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TensorFlow / Keras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Building &amp; training the neural network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251460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265176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scikit-learn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308152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Preprocessing, metrics, evaluation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pandas / NumPy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Data handling &amp; arrays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NSL-KDD dataset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Benchmark network-traffic records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94760"/>
            <a:ext cx="342900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393192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172420"/>
                </a:solidFill>
                <a:latin typeface="Calibri"/>
              </a:rPr>
              <a:t>Git &amp; GitHub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4361688"/>
            <a:ext cx="3063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Version control, full project history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04 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How it was built, step by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Preprocess NSL-KDD: encode protocol/service/flag, scale numeric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Split data across 5 simulated clients (IID and non-IID)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Define the model: MLP, 256→128→64→1 neurons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920240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2011680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46B62"/>
                </a:solidFill>
                <a:latin typeface="Calibri"/>
              </a:rPr>
              <a:t>STEP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286000"/>
            <a:ext cx="2331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172420"/>
                </a:solidFill>
                <a:latin typeface="Calibri"/>
              </a:rPr>
              <a:t>Run FedAvg: local training → weighted averaging → repeat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6B62"/>
                </a:solidFill>
                <a:latin typeface="Calibri"/>
              </a:rPr>
              <a:t>THE FEDAVG LOOP, IN WORDS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840480"/>
            <a:ext cx="1088136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02336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sends the current shared model to all 5 clients.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Each client trains it further on its own data only — nothing else moves.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Clients send back only the updated numbers (weights), never raw traffic.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Server combines everyone's weights into one improved model, weighted by how much data each client had.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>
                <a:solidFill>
                  <a:srgbClr val="172420"/>
                </a:solidFill>
                <a:latin typeface="Calibri"/>
              </a:rPr>
              <a:t>▪  Repeat for 15 rounds, checking accuracy after every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05  STATUS &amp;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What's done, and the real numbers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83.7%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Centralized baseline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204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80.4%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IID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636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46B62"/>
                </a:solidFill>
                <a:latin typeface="Arial Black"/>
              </a:rPr>
              <a:t>79.0%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Federated accuracy, non-IID clients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74519"/>
            <a:ext cx="2606040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40" y="1984247"/>
            <a:ext cx="2331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2E7D4F"/>
                </a:solidFill>
                <a:latin typeface="Arial Black"/>
              </a:rPr>
              <a:t>99.0%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06840" y="2560319"/>
            <a:ext cx="2331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0">
                <a:solidFill>
                  <a:srgbClr val="56655D"/>
                </a:solidFill>
                <a:latin typeface="Calibri"/>
              </a:rPr>
              <a:t>In-distribution diagnostic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383280"/>
            <a:ext cx="10881360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1-2 — Environment &amp; dataset setup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3611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0690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3 — Preprocessing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40690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5262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4 — Client simulation (IID + non-IID)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45262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5 — Model design &amp; tuning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9834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6 — Federated training loop (FedAvg)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54406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E7D4F"/>
                </a:solidFill>
                <a:latin typeface="Calibri"/>
              </a:rPr>
              <a:t>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897880"/>
            <a:ext cx="7772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172420"/>
                </a:solidFill>
                <a:latin typeface="Calibri"/>
              </a:rPr>
              <a:t>Phase 7 — Custom security-fused protocol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5897880"/>
            <a:ext cx="2468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C97A2B"/>
                </a:solidFill>
                <a:latin typeface="Calibri"/>
              </a:rPr>
              <a:t>In progress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06 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2420"/>
                </a:solidFill>
                <a:latin typeface="Arial Black"/>
              </a:rPr>
              <a:t>How this connects to our syllabus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Every unit of this course shows up somewhere in this project — intrusion detection is fundamentally a networking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42316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42316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1 — NETWORK EDGE, OSI LAYERS, PACKET SWITCHING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8036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Every NSL-KDD record is packet/flow-level data: protocol_type (Network layer), flag (Transport layer), service (Application layer). Our federated clients act as network edge nodes.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88620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8620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2 — APPLICATION LAYER, TRANSPORT LAYER, SOCKETS, ROUTING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4340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Our custom protocol design is application-layer protocol design (vs. HTTP/gRPC). Client-server exchange mirrors socket-based communication. dst_host_count ties to routing/host addressing.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349240"/>
            <a:ext cx="1088136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349240"/>
            <a:ext cx="73152" cy="1280160"/>
          </a:xfrm>
          <a:prstGeom prst="rect">
            <a:avLst/>
          </a:prstGeom>
          <a:solidFill>
            <a:srgbClr val="146B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46B62"/>
                </a:solidFill>
                <a:latin typeface="Calibri"/>
              </a:rPr>
              <a:t>UNIT 3 — IOT, FOG/CLOUD COMPUTING, SDN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72420"/>
                </a:solidFill>
                <a:latin typeface="Calibri"/>
              </a:rPr>
              <a:t>Federated Learning's architecture IS fog computing: local processing at the edge, summarized results to a central aggregator. Our custom protocol mirrors SDN/OpenFlow — customizing behavior beyond fixed defaults.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D7EB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>
                <a:solidFill>
                  <a:srgbClr val="146B62"/>
                </a:solidFill>
                <a:latin typeface="Calibri"/>
              </a:rPr>
              <a:t>07 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172420"/>
                </a:solidFill>
                <a:latin typeface="Arial Black"/>
              </a:rPr>
              <a:t>What's left, and exactly how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56655D"/>
                </a:solidFill>
                <a:latin typeface="Calibri"/>
              </a:rPr>
              <a:t>The first half (Objective 1) is fully complete and proven. The remaining work is scoped precisely, not vaguely.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1460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1460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Integrity + fingerprint protocol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83464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Attach a lightweight integrity tag and a compact statistical fingerprint (per-layer L2 norm + cosine similarity to consensus) to every client 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93192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One poisoning attack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25196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Simulate label-flipping attacks from malicious clients to have something real to test detection against.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88136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FD6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349240"/>
            <a:ext cx="548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46B62"/>
                </a:solidFill>
                <a:latin typeface="Arial Black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49240"/>
            <a:ext cx="9692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72420"/>
                </a:solidFill>
                <a:latin typeface="Calibri"/>
              </a:rPr>
              <a:t>Global vs. Mondrian threshold comparison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5669280"/>
            <a:ext cx="969264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56655D"/>
                </a:solidFill>
                <a:latin typeface="Calibri"/>
              </a:rPr>
              <a:t>The core experiment: does one global anomaly threshold wrongly flag honest non-IID clients, and does a per-cluster threshold fix that without losing real detection?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