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Venudharshini P 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multiple simulated clients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Extended with a custom communication protocol (in progress) for exchanging model updates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Simulated 5 independent clients, each holding its own slice of network traffic data.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5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Tested both similar-traffic clients (IID) and very different-traffic clients (non-IID) — mimicking real organizational diversity.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NSL-KDD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Benchmark network-traffic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2920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FORWARD LINK TO UNIT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9496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A natural next step is running the custom protocol over an actual simulated network topology in Mininet, using OpenFlow to control switch behavior — directly extending this project into the SDN material from Unit 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NSL-KDD: encode protocol/service/flag, scale numeric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Split data across 5 simulated clients (IID and non-IID)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FedAvg: local training → weighted averaging → repeat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5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numbers (weights), never raw traffic.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combines everyone's weights into one improved model, weighted by how much data each client had.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83.7%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baseline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80.4%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IID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non-IID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99.0%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In-distribution diagnostic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1-2 — Environment &amp; dataset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3 —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4 — Client simulation (IID + non-IID)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5 — Model design &amp;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6 — Federated training loop (FedAvg)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7 — Custom security-fused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C97A2B"/>
                </a:solidFill>
                <a:latin typeface="Calibri"/>
              </a:rPr>
              <a:t>In progress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NSL-KDD record is packet/flow-level data: protocol_type (Network layer), flag (Transport layer), service (Application layer). Our federated clients act as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What's left, and exactly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The first half (Objective 1) is fully complete and proven. The remaining work is scoped precisely, not vaguely.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Integrity + fingerprint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83464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Attach a lightweight integrity tag and a compact statistical fingerprint (per-layer L2 norm + cosine similarity to consensus) to every client 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319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One poisoning attack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Simulate label-flipping attacks from malicious clients to have something real to test detection against.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4924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Global vs. Mondrian threshold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The core experiment: does one global anomaly threshold wrongly flag honest non-IID clients, and does a per-cluster threshold fix that without losing real detection?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